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6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-135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243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45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7315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Agentic Team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· Logical · Physical / Deployable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skills · AKS deployment · Enterprise tool integration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Document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53035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795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architecture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389120" y="10972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capabilities, agent roles, and shared skills model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965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7373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architecture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389120" y="17373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skill registry, data flows, and service boundaries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377440"/>
            <a:ext cx="8046720" cy="53035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5973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3774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/ deployable architecture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389120" y="23774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topology, namespaces, pods, and scaling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9981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0175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reuse matrix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389120" y="30175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shared skills mapped across 6 agent roles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657600"/>
            <a:ext cx="8046720" cy="53035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39896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65760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 &amp; integration model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389120" y="36576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Agent-to-tool RBAC and MCP adapter patterns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" y="4297680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379976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42976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considerations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4389120" y="42976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HPA, network policy, workload identity, hot-reload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roles and orchestration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161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oversight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6479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 agent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1993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plan → delegate → synthesise → report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468880"/>
            <a:ext cx="2606040" cy="8686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517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 / PO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3444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37560" y="2468880"/>
            <a:ext cx="2606040" cy="8686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6517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233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0233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ADRs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126480" y="2468880"/>
            <a:ext cx="2606040" cy="8686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6517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122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81228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review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" y="3520440"/>
            <a:ext cx="2606040" cy="8686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70332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expert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23444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validate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3337560" y="3520440"/>
            <a:ext cx="2606040" cy="868680"/>
          </a:xfrm>
          <a:prstGeom prst="rect">
            <a:avLst/>
          </a:prstGeom>
          <a:solidFill>
            <a:srgbClr val="FEF3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70332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02336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expert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402336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audit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126480" y="3520440"/>
            <a:ext cx="2606040" cy="868680"/>
          </a:xfrm>
          <a:prstGeom prst="rect">
            <a:avLst/>
          </a:prstGeom>
          <a:solidFill>
            <a:srgbClr val="FEF3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3703320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81228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681228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infra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290" y="7747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2290" y="51638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skill registry — composable, versioned, hot-pluggable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0850" y="946150"/>
            <a:ext cx="8229600" cy="329184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3730" y="99187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registry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3730" y="14033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3730" y="14033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8322" y="14765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8322" y="18056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· PY · Java · .NET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27122" y="14033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27122" y="14033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91714" y="14765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generation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91714" y="18056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integ · e2e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0514" y="14033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20514" y="14033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85106" y="14765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scanning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5106" y="18056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CVE · secrets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13906" y="14033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13906" y="14033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78498" y="14765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 authoring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78498" y="18056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· runbook ·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3730" y="23177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3730" y="23177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8322" y="23909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KQL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8322" y="27200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 log queries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27122" y="23177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27122" y="23177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91714" y="23909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 workflow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91714" y="27200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· sprints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0514" y="23177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20514" y="23177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85106" y="23909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operations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85106" y="27200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· PR · 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13906" y="23177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13906" y="23177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78498" y="23909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&amp; rollback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78498" y="27200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· K8s · canary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3730" y="32321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3730" y="32321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8322" y="33053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8322" y="36344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NewRelic · alerting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27122" y="32321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27122" y="32321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91714" y="33053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parse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791714" y="36344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· BDD · stories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20514" y="32321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20514" y="32321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85106" y="33053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85106" y="36344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· perf · logic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13906" y="323215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13906" y="323215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778498" y="330530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mgmt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778498" y="363448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CRs</a:t>
            </a:r>
            <a:endParaRPr lang="en-US" sz="1000" dirty="0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" y="4329430"/>
            <a:ext cx="128016" cy="128016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34898" y="428371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versioned, composable units — agents compose, not duplicate</a:t>
            </a:r>
            <a:endParaRPr lang="en-US" sz="1000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" y="4512310"/>
            <a:ext cx="128016" cy="128016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834898" y="446659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can invoke any skill it has been granted via RBAC policy</a:t>
            </a:r>
            <a:endParaRPr lang="en-US" sz="1000" dirty="0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" y="4695190"/>
            <a:ext cx="128016" cy="128016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834898" y="464947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 added without redeploying agents — hot-pluggable registry</a:t>
            </a:r>
            <a:endParaRPr lang="en-US" sz="100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" y="4878070"/>
            <a:ext cx="128016" cy="128016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834898" y="483235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 on high-risk skill invocations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reuse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shows how the agent uses the shared skill — same skill, different prompt/parameters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468782"/>
              </p:ext>
            </p:extLst>
          </p:nvPr>
        </p:nvGraphicFramePr>
        <p:xfrm>
          <a:off x="548640" y="1133856"/>
          <a:ext cx="6812280" cy="34472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BA/PO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impl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stubs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generation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suites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tests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operations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Branch+PR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tests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PRs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workflow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Create/edit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specs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tasks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defects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ticket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KQL 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logs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scan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audit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gate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authoring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docs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plans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reports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Runbooks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&amp; rollback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audit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 setup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mgmt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creation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parse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 ACs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rev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rev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rev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201168" cy="146304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804672" y="4718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grant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0" y="4754880"/>
            <a:ext cx="201168" cy="146304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67712" y="4718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count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535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services, and data flows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5200"/>
            <a:ext cx="8046720" cy="54864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48640" y="965200"/>
            <a:ext cx="54864" cy="548640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566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983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Ingress layer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80160" y="12578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webhooks · scheduler triggers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51000"/>
            <a:ext cx="8046720" cy="54864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548640" y="1651000"/>
            <a:ext cx="5486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424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669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 service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80160" y="1943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planner · agent router · state machine · result synthesiser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2336800"/>
            <a:ext cx="8046720" cy="54864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5" name="Shape 11"/>
          <p:cNvSpPr/>
          <p:nvPr/>
        </p:nvSpPr>
        <p:spPr>
          <a:xfrm>
            <a:off x="548640" y="233680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282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355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runtime pool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280160" y="26294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container (persona + memory) · skill executor · MCP tool caller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8640" y="3022600"/>
            <a:ext cx="8046720" cy="54864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20" name="Shape 15"/>
          <p:cNvSpPr/>
          <p:nvPr/>
        </p:nvSpPr>
        <p:spPr>
          <a:xfrm>
            <a:off x="548640" y="3022600"/>
            <a:ext cx="5486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11404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040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registry service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280160" y="33152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catalog · RBAC policy engine · prompt templates · version control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8640" y="3708400"/>
            <a:ext cx="8046720" cy="54864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25" name="Shape 19"/>
          <p:cNvSpPr/>
          <p:nvPr/>
        </p:nvSpPr>
        <p:spPr>
          <a:xfrm>
            <a:off x="548640" y="370840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9984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3726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services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280160" y="40010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· vector DB · event bus · credential vault · audit sink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48640" y="4394200"/>
            <a:ext cx="8046720" cy="54864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30" name="Shape 23"/>
          <p:cNvSpPr/>
          <p:nvPr/>
        </p:nvSpPr>
        <p:spPr>
          <a:xfrm>
            <a:off x="548640" y="4394200"/>
            <a:ext cx="54864" cy="548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48564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80160" y="4412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adapters (MCP)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280160" y="46868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GitHub · ServiceNow · ADX · NewRelic · AKS · CA Scheduler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480560" y="1536700"/>
            <a:ext cx="0" cy="82296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Shape 27"/>
          <p:cNvSpPr/>
          <p:nvPr/>
        </p:nvSpPr>
        <p:spPr>
          <a:xfrm>
            <a:off x="4480560" y="2222500"/>
            <a:ext cx="0" cy="82296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Shape 28"/>
          <p:cNvSpPr/>
          <p:nvPr/>
        </p:nvSpPr>
        <p:spPr>
          <a:xfrm>
            <a:off x="4480560" y="2908300"/>
            <a:ext cx="0" cy="82296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7" name="Shape 29"/>
          <p:cNvSpPr/>
          <p:nvPr/>
        </p:nvSpPr>
        <p:spPr>
          <a:xfrm>
            <a:off x="4480560" y="3594100"/>
            <a:ext cx="0" cy="82296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Shape 30"/>
          <p:cNvSpPr/>
          <p:nvPr/>
        </p:nvSpPr>
        <p:spPr>
          <a:xfrm>
            <a:off x="4480560" y="4279900"/>
            <a:ext cx="0" cy="82296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triangle"/>
          </a:ln>
        </p:spPr>
        <p:txBody>
          <a:bodyPr/>
          <a:lstStyle/>
          <a:p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container internals — how skills are resolved and executed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256032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container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20240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core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23591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(role prompt)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798064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7980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236976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32369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context window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118872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716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862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executor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383280" y="1920240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520440" y="1920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resolver (gRPC)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83280" y="2359152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520440" y="23591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runtime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383280" y="2798064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520440" y="27980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guard (validation)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383280" y="3236976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520440" y="32369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engine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7160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665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 caller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263640" y="1920240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400800" y="1920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registry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263640" y="2359152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400800" y="23591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shim (vault)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263640" y="2798064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6400800" y="27980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circuit breaker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6263640" y="3236976"/>
            <a:ext cx="237744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400800" y="32369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audit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3063240" y="2377440"/>
            <a:ext cx="164592" cy="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3017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5943600" y="2377440"/>
            <a:ext cx="164592" cy="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58978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54864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resolution flow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548640" y="4370832"/>
            <a:ext cx="15087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603504" y="437083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from orchestrator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2084832" y="4572000"/>
            <a:ext cx="1371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4"/>
          <p:cNvSpPr/>
          <p:nvPr/>
        </p:nvSpPr>
        <p:spPr>
          <a:xfrm>
            <a:off x="2240280" y="4370832"/>
            <a:ext cx="15087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2295144" y="437083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executor resolves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by name + version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3776472" y="4572000"/>
            <a:ext cx="1371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3931920" y="4370832"/>
            <a:ext cx="15087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3986784" y="437083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engine validates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has grant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5468112" y="4572000"/>
            <a:ext cx="1371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5623560" y="4370832"/>
            <a:ext cx="15087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/>
          <p:nvPr/>
        </p:nvSpPr>
        <p:spPr>
          <a:xfrm>
            <a:off x="5678424" y="437083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loaded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task context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7159752" y="4572000"/>
            <a:ext cx="1371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3"/>
          <p:cNvSpPr/>
          <p:nvPr/>
        </p:nvSpPr>
        <p:spPr>
          <a:xfrm>
            <a:off x="7315200" y="4370832"/>
            <a:ext cx="15087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7370064" y="437083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routed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MCP adapters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/ deployable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6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topology — ai-agent-platform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90600"/>
            <a:ext cx="8229600" cy="54864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90600"/>
            <a:ext cx="54864" cy="548640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008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ns: agent-ingress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2649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ingress · webhook receiver · Azure API Mgmt gateway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76400"/>
            <a:ext cx="8229600" cy="54864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676400"/>
            <a:ext cx="5486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694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ns: agent-orchestration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9507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pod (2 replicas) · Redis StatefulSet · Event broker (Kafka)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62200"/>
            <a:ext cx="8229600" cy="54864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6220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380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ns: agent-workers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636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 pods with skill-executor + MCP-tool-caller sidecars + Envoy proxy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48000"/>
            <a:ext cx="8229600" cy="54864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48000"/>
            <a:ext cx="54864" cy="54864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066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ns: agent-skills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3223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registry gRPC svc (3 replicas) · Azure Files PVC · PostgreSQL catalog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33800"/>
            <a:ext cx="8229600" cy="54864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73380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752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ns: shared-services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0081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 · Qdrant vector DB · Azure Key Vault agent · Fluentd → ADX · NewRelic DaemonSet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419600"/>
            <a:ext cx="8229600" cy="54864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419600"/>
            <a:ext cx="54864" cy="548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4437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ns: tool-adapters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46939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jira-mcp · github-mcp · snow-mcp · adx-mcp · nr-mcp · aks-adapter · ca-sched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47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51638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worker pod configurations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00430"/>
            <a:ext cx="4114800" cy="114300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0043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1015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ba-po-agent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01015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replica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28447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Python 3.12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2222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Requirement parse · JIRA workflow · KQL · Doc authoring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00430"/>
            <a:ext cx="4114800" cy="114300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90043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01015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architect-agent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101015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replica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28447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Python 3.12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52222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Code gen · Git ops · Doc authoring · Observability · Code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80590"/>
            <a:ext cx="4114800" cy="114300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18059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29031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sr-engineer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229031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(HPA)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56463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Node 20 + Python 3.12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80238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Code gen · Git ops · Test gen · Security scan · Code review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80590"/>
            <a:ext cx="4114800" cy="114300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18059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229031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qa-agent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229031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replica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56463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Node 20 + .NET 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80238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Test gen · Git ops · KQL · Observability · Code review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60750"/>
            <a:ext cx="4114800" cy="114300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460750"/>
            <a:ext cx="4114800" cy="54864"/>
          </a:xfrm>
          <a:prstGeom prst="rect">
            <a:avLst/>
          </a:prstGeom>
          <a:solidFill>
            <a:srgbClr val="F9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57047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sec-agent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17520" y="357047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replica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84479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Python 3.12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08254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Security scan · Git ops · KQL · Test gen · JIRA workflow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460750"/>
            <a:ext cx="4114800" cy="1143000"/>
          </a:xfrm>
          <a:prstGeom prst="rect">
            <a:avLst/>
          </a:prstGeom>
          <a:solidFill>
            <a:srgbClr val="F4F6F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3460750"/>
            <a:ext cx="4114800" cy="54864"/>
          </a:xfrm>
          <a:prstGeom prst="rect">
            <a:avLst/>
          </a:prstGeom>
          <a:solidFill>
            <a:srgbClr val="F9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0" y="357047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devops-agent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357047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replica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384479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Python 3.12 + Helm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408254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Deploy · Git ops · Change mgmt · Observability · KQL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578350"/>
            <a:ext cx="8229600" cy="41148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457835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pod includes sidecars: skill-executor · MCP-tool-caller · Envoy proxy (mTLS service mesh)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Agent-to-tool permission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RBAC — each agent scoped to minimum required operations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634034"/>
              </p:ext>
            </p:extLst>
          </p:nvPr>
        </p:nvGraphicFramePr>
        <p:xfrm>
          <a:off x="548640" y="1033272"/>
          <a:ext cx="7406640" cy="26883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NewRelic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Sched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/ 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F56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expert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expert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5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201168" cy="146304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0" y="4023360"/>
            <a:ext cx="201168" cy="146304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542032" y="3977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023360" y="4023360"/>
            <a:ext cx="201168" cy="14630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79392" y="3977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</p:txBody>
      </p:sp>
      <p:sp>
        <p:nvSpPr>
          <p:cNvPr id="4" name="Shape 8"/>
          <p:cNvSpPr/>
          <p:nvPr/>
        </p:nvSpPr>
        <p:spPr>
          <a:xfrm>
            <a:off x="5760720" y="4023360"/>
            <a:ext cx="201168" cy="146304"/>
          </a:xfrm>
          <a:prstGeom prst="rect">
            <a:avLst/>
          </a:prstGeom>
          <a:solidFill>
            <a:srgbClr val="FCE7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16752" y="3977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Approve-gated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98080" y="4023360"/>
            <a:ext cx="201168" cy="14630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54112" y="3977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AKS deployment considerations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Horizontal pod autoscaling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Engineer pod scales 1→4 on CPU and message queue depth. Other agents stay at fixed 1–2 replicas. Skill registry at 3 replicas for availability.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4114800" cy="118872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515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pool strategy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37760" y="1417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pool (orchestration + ingress), Worker pool (agent pods), GPU pool (optional — only if self-hosting LLM inference instead of API-based).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EF3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7200" y="2286000"/>
            <a:ext cx="54864" cy="1188720"/>
          </a:xfrm>
          <a:prstGeom prst="rect">
            <a:avLst/>
          </a:prstGeom>
          <a:solidFill>
            <a:srgbClr val="F9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policy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Agent-workers → tool-adapters (allow). Agent-workers ↔ internet (deny). All external calls route through MCP adapter pods — single exit point.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4880" y="2286000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231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Workload identity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93776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Workload Identity per namespace. Each namespace gets its own AAD identity with least-privilege access to Azure resources (Key Vault, ADX, AKS API).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657600"/>
            <a:ext cx="4114800" cy="118872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57200" y="365760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hot-reload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4008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registry pushes updates over gRPC stream. Agent pods pick up new versions on next skill resolution — no pod restart needed. Blue-green for major versions.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754880" y="36576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79476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949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&amp; audit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93776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NewRelic DaemonSet for APM on all pods. Fluentd sidecar ships every tool call (input, output, latency, agent ID) to ADX for full audit lineage.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specialised agents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BA/PO, Architect, Sr. Engineer, QA, Security, DevOps — coordinated by a supervisor orchestrator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8229600" cy="64008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847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reusable skills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21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composable capabilities shared across agents via a centralised skill registry with RBAC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8229600" cy="64008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enterprise tool integrations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2871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GitHub, ServiceNow, ADX, NewRelic, AKS, CA Scheduler — connected via MCP adapters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8229600" cy="64008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3467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AKS deployment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6210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namespaces, HPA scaling, network policies, workload identity, mTLS service mesh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skill schemas and build initial skill catalog (sprint 1)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Stand up AKS cluster with namespace isolation and network policies (sprint 1–2)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773168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 orchestrator + 2 pilot agents (BA/PO, Sr. Engineer) with JIRA + GitHub adapters (sprint 2–3)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92861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Expand to full 6-agent team with all MCP adapters and approval gates (sprint 4–6)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1391</Words>
  <Application>Microsoft Macintosh PowerPoint</Application>
  <PresentationFormat>On-screen Show (16:9)</PresentationFormat>
  <Paragraphs>363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Agentic Team Architecture</dc:title>
  <dc:subject>PptxGenJS Presentation</dc:subject>
  <dc:creator>AI Architecture Team</dc:creator>
  <cp:lastModifiedBy>Joey Lam</cp:lastModifiedBy>
  <cp:revision>14</cp:revision>
  <dcterms:created xsi:type="dcterms:W3CDTF">2026-04-18T04:31:13Z</dcterms:created>
  <dcterms:modified xsi:type="dcterms:W3CDTF">2026-04-18T16:09:52Z</dcterms:modified>
</cp:coreProperties>
</file>